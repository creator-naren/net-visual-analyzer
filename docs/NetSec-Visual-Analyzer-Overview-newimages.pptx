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NetSec Visual Analyzer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security analysis, threat intelligence, and audit reporting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domain security signals, explains the score in plain language, compares sites side by side, and keeps a visible audit trail for follow-up analysis.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judge whether DNSSEC, SPF, and DMARC are configured well enough to reduce spoofing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2384" y="376732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72384" y="4032504"/>
            <a:ext cx="2039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missing records, weak policy settings, and trending changes before they become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36576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376732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95544" y="4032504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reviews, phishing defense, board reporting, MSP audits, and pre-launch domain checks.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2120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live result explanations and output screenshots from the running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DNS data into decisions that non-specialists can understand.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weak SPF or DMARC settings that attackers can exploit for spoofed email campaigns.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18688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64992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integrity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64992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DNSSEC is present, which protects DNS answers from tampering and cache poisoning.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34456" y="1417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270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1792224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history so a team can compare audits over time instead of relying on a single point-in-time result.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a domain on the dashboard.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it with another site.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the history page for prior audits.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the threat feed to see live phishing indicators.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the explanation page to understand why the score changed.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0" y="329184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4930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model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82219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score + DNSSEC + SPF + DMARC + MX coverage = a transparent score that can be explained to technical and non-technical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takes a domain, runs live checks, then turns the results into a visual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entered by user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6596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DNS and threat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8620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DNSSEC, SPF, DMARC, MX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4924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result and status labels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0" y="2157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69480" y="18288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9933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22860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reasons and history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1812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11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output easy to trust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38953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feeds the dashboard, compare page, history page, threat feed, and the result explanation page, so the UI stays consistent.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audits, executive summaries, and practical security reviews where the team needs both the number and the reason behind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screencapture-localhost-3000-2026-05-22-10_40_4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screencapture-localhost-3000-compare-2026-05-22-10_41_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screencapture-localhost-3000-history-2026-05-22-10_45_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screencapture-localhost-3000-terms-2026-05-22-10_45_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screencapture-localhost-3000-threats-2026-05-22-10_44_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64592"/>
            <a:ext cx="8814816" cy="6528816"/>
          </a:xfrm>
          <a:prstGeom prst="roundRect">
            <a:avLst>
              <a:gd name="adj" fmla="val 420"/>
            </a:avLst>
          </a:prstGeom>
          <a:solidFill>
            <a:srgbClr val="07111F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C:\My Stuff\my projects\netsec-visual-analyzer-main\docs\screenshots\screencapture-localhost-3000-why-results-2026-05-22-10_45_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256032"/>
            <a:ext cx="8631936" cy="63459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NetSec Visual Analyzer turns DNS data into an actionable security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618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strength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88366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visuals, accurate scoring, live threat context, and a dedicated explanation page make the app easier to understand than a raw report.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6184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8836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teams, MSPs, compliance reviews, and anyone who needs to explain DNS posture without reading raw records.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deck and all screenshots are saved in the docs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file: docs/NetSec-Visual-Analyzer-Overview.pptx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NetSec Visual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NetSec Visual Analyzer</dc:title>
  <dc:subject>Project overview and real-world usage</dc:subject>
  <dc:creator>GitHub Copilot</dc:creator>
  <cp:lastModifiedBy>GitHub Copilot</cp:lastModifiedBy>
  <cp:revision>1</cp:revision>
  <dcterms:created xsi:type="dcterms:W3CDTF">2026-05-22T05:17:51Z</dcterms:created>
  <dcterms:modified xsi:type="dcterms:W3CDTF">2026-05-22T05:17:51Z</dcterms:modified>
</cp:coreProperties>
</file>