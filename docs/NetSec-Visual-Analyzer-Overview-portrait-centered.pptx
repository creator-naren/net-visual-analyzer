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858000" cy="9144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858000" cy="12801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9015984"/>
            <a:ext cx="6858000" cy="1280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84124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NetSec Visual Analyzer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384048" y="1335024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security analysis, threat intelligence, and audit reporting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2011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project does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84048" y="22860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checks domain security signals, explains the score in plain language, compares sites side by side, and keeps a visible audit trail for follow-up analysis.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" y="34290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30352" y="35387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teams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0352" y="3803904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Quickly judge whether DNSSEC, SPF, and DMARC are configured well enough to reduce spoofing risk.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04872" y="3429000"/>
            <a:ext cx="192024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51176" y="3538728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admins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551176" y="3803904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 missing records, weak policy settings, and trending changes before they become incidents.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25696" y="3429000"/>
            <a:ext cx="2011680" cy="1143000"/>
          </a:xfrm>
          <a:prstGeom prst="roundRect">
            <a:avLst>
              <a:gd name="adj" fmla="val 64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0" y="353872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value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803904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reviews, phishing defense, board reporting, MSP audits, and pre-launch domain checks.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84048" y="4892040"/>
            <a:ext cx="5897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Includes live result explanations and output screenshots from the running app.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turns DNS data into decisions that non-specialists can understand.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12064" y="134416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Phishing defense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12064" y="1609344"/>
            <a:ext cx="1673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Helps identify weak SPF or DMARC settings that attackers can exploit for spoofed email campaigns.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487168" y="1234440"/>
            <a:ext cx="1965960" cy="1463040"/>
          </a:xfrm>
          <a:prstGeom prst="roundRect">
            <a:avLst>
              <a:gd name="adj" fmla="val 50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33472" y="1344168"/>
            <a:ext cx="1673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and integrity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33472" y="1609344"/>
            <a:ext cx="1673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 whether DNSSEC is present, which protects DNS answers from tampering and cache poisoning.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08576" y="1234440"/>
            <a:ext cx="1874520" cy="1463040"/>
          </a:xfrm>
          <a:prstGeom prst="roundRect">
            <a:avLst>
              <a:gd name="adj" fmla="val 5000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344168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visibility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609344"/>
            <a:ext cx="158191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history so a team can compare audits over time instead of relying on a single point-in-time result.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29992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usage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3273552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Check a domain on the dashboard.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Compare it with another site.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Review the history page for prior audits.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Open the threat feed to see live phishing indicators.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Use the explanation page to understand why the score changed.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429000" y="3246120"/>
            <a:ext cx="3017520" cy="1874520"/>
          </a:xfrm>
          <a:prstGeom prst="roundRect">
            <a:avLst>
              <a:gd name="adj" fmla="val 3902"/>
            </a:avLst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11880" y="342900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model summary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11880" y="3767328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score + DNSSEC + SPF + DMARC + MX coverage = a transparent score that can be explained to technical and non-technical users.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App Works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 takes a domain, runs live checks, then turns the results into a visual story.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365760" y="117043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" y="12984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3776" y="1554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entered by user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65760" y="240487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25328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3776" y="27889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DNS and threat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363931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3767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" y="4023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DNSSEC, SPF, DMARC, MX checks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487375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50017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" y="5257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result and status labels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6108192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" y="62362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" y="64922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reasons and history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154680" y="146304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54680" y="26974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54680" y="393192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154680" y="516636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154680" y="640080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01568" y="1170432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analysis engine feeds the dashboard, compare page, history page, threat feed, and the result explanation page, so the UI stays consistent.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401568" y="2578608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useful for audits, executive summaries, and practical security reviews where the team needs both the number and the reason behind it.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score, control breakdown, and network view.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2026-05-22-10_40_4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216152"/>
            <a:ext cx="6309360" cy="735177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screenshot captured from the running app.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Comparison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two domains side by side to see which one is stronger.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compare-2026-05-22-10_41_4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216152"/>
            <a:ext cx="6309360" cy="735177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view used for risk evaluation.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Audit History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previous scans and review changes over time.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history-2026-05-22-10_45_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216152"/>
            <a:ext cx="6309360" cy="735177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view used for audit trails and repeat checks.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Terms Guide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labels and terms used across graphs and tables.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terms-2026-05-22-10_45_2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216152"/>
            <a:ext cx="6309360" cy="735177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Terms guide view used as a glossary for the app.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Threat Intelligence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phishing feed to connect domain posture with active threats.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threats-2026-05-22-10_44_4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216152"/>
            <a:ext cx="6309360" cy="735177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feed view shown with the full browser viewport.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6638544" cy="8924544"/>
          </a:xfrm>
          <a:prstGeom prst="roundRect">
            <a:avLst>
              <a:gd name="adj" fmla="val 413"/>
            </a:avLst>
          </a:prstGeom>
          <a:solidFill>
            <a:srgbClr val="07111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274320"/>
            <a:ext cx="6309360" cy="841248"/>
          </a:xfrm>
          <a:prstGeom prst="roundRect">
            <a:avLst>
              <a:gd name="adj" fmla="val 3261"/>
            </a:avLst>
          </a:prstGeom>
          <a:solidFill>
            <a:srgbClr val="0B1220">
              <a:alpha val="92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75488" y="420624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These Results?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75488" y="694944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Plain-language explanations that show how the score was derived.</a:t>
            </a:r>
            <a:endParaRPr lang="en-US" sz="850" dirty="0"/>
          </a:p>
        </p:txBody>
      </p:sp>
      <p:pic>
        <p:nvPicPr>
          <p:cNvPr id="6" name="Image 0" descr="C:\My Stuff\my projects\netsec-visual-analyzer-main\docs\screenshots\screencapture-localhost-3000-why-results-2026-05-22-10_45_3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92608" y="1234440"/>
            <a:ext cx="6272784" cy="7315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216152"/>
            <a:ext cx="6309360" cy="7351776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8613648"/>
            <a:ext cx="6126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1A3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Explanation page that connects the score to the live checks behind it.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A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Wrap-Up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21792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NetSec Visual Analyzer turns DNS data into an actionable security story.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9224" y="1618488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strength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9224" y="1883664"/>
            <a:ext cx="34564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visuals, accurate scoring, live threat context, and a dedicated explanation page make the app easier to understand than a raw report.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0F172A">
              <a:alpha val="94000"/>
            </a:srgbClr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01184" y="1618488"/>
            <a:ext cx="3593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Real-world usage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01184" y="1883664"/>
            <a:ext cx="3593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security teams, MSPs, compliance reviews, and anyone who needs to explain DNS posture without reading raw records.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657600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presentation deck and all screenshots are saved in the docs folder.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3977640"/>
            <a:ext cx="5897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file: docs/NetSec-Visual-Analyzer-Overview.pptx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NetSec Visual Analyzer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NetSec Visual Analyzer</dc:title>
  <dc:subject>Project overview and real-world usage</dc:subject>
  <dc:creator>GitHub Copilot</dc:creator>
  <cp:lastModifiedBy>GitHub Copilot</cp:lastModifiedBy>
  <cp:revision>1</cp:revision>
  <dcterms:created xsi:type="dcterms:W3CDTF">2026-05-22T05:34:48Z</dcterms:created>
  <dcterms:modified xsi:type="dcterms:W3CDTF">2026-05-22T05:34:48Z</dcterms:modified>
</cp:coreProperties>
</file>