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015984"/>
            <a:ext cx="685800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412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NetSec Visual Analyzer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84048" y="133502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security analysis, threat intelligence, and audit reporting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22860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checks domain security signals, explains the score in plain language, compares sites side by side, and keeps a visible audit trail for follow-up analysis.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34290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35387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3803904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judge whether DNSSEC, SPF, and DMARC are configured well enough to reduce spoofing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04872" y="34290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51176" y="35387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admins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51176" y="3803904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missing records, weak policy settings, and trending changes before they become incidents.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25696" y="34290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5387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803904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reviews, phishing defense, board reporting, MSP audits, and pre-launch domain checks.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489204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live result explanations and output screenshots from the running app.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turns DNS data into decisions that non-specialists can understand.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34416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defense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609344"/>
            <a:ext cx="1673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identify weak SPF or DMARC settings that attackers can exploit for spoofed email campaigns.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87168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33472" y="134416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integrity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33472" y="1609344"/>
            <a:ext cx="1673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whether DNSSEC is present, which protects DNS answers from tampering and cache poisoning.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08576" y="12344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441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609344"/>
            <a:ext cx="1581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history so a team can compare audits over time instead of relying on a single point-in-time result.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999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usage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27355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Check a domain on the dashboard.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Compare it with another site.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Review the history page for prior audits.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the threat feed to see live phishing indicators.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Use the explanation page to understand why the score changed.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29000" y="3246120"/>
            <a:ext cx="301752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model summary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376732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score + DNSSEC + SPF + DMARC + MX coverage = a transparent score that can be explained to technical and non-technical users.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takes a domain, runs live checks, then turns the results into a visual story.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298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entered by user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40487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532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DNS and threat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63931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3767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DNSSEC, SPF, DMARC, MX checks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87375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5001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result and status labels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610819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6236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" y="6492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reasons and history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54680" y="1463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39319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51663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11704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analysis engine feeds the dashboard, compare page, history page, threat feed, and the result explanation page, so the UI stays consistent.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01568" y="25786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useful for audits, executive summaries, and practical security reviews where the team needs both the number and the reason behind 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score, control breakdown, and network view.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2026-05-22-10_40_4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screenshot captured from the running app.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two domains side by side to see which one is stronger.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compare-2026-05-22-10_41_4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view used for risk evaluation.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History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previous scans and review changes over time.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history-2026-05-22-10_45_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view used for audit trails and repeat checks.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Terms Guide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labels and terms used across graphs and tables.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terms-2026-05-22-10_45_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guide view used as a glossary for the app.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Intelligence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phishing feed to connect domain posture with active threats.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threats-2026-05-22-10_44_4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feed view shown with the full browser viewport.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Results?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explanations that show how the score was derived.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why-results-2026-05-22-10_45_3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 page that connects the score to the live checks behind it.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NetSec Visual Analyzer turns DNS data into an actionable security story.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6184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strength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883664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visuals, accurate scoring, live threat context, and a dedicated explanation page make the app easier to understand than a raw report.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61848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usage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01184" y="1883664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teams, MSPs, compliance reviews, and anyone who needs to explain DNS posture without reading raw records.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657600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deck and all screenshots are saved in the docs folder.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977640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file: docs/NetSec-Visual-Analyzer-Overview.pptx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NetSec Visual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NetSec Visual Analyzer</dc:title>
  <dc:subject>Project overview and real-world usage</dc:subject>
  <dc:creator>GitHub Copilot</dc:creator>
  <cp:lastModifiedBy>GitHub Copilot</cp:lastModifiedBy>
  <cp:revision>1</cp:revision>
  <dcterms:created xsi:type="dcterms:W3CDTF">2026-05-22T05:21:56Z</dcterms:created>
  <dcterms:modified xsi:type="dcterms:W3CDTF">2026-05-22T05:21:56Z</dcterms:modified>
</cp:coreProperties>
</file>