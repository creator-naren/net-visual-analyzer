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NetSec Visual Analyzer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DNS security analysis, threat intelligence, and audit reporting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project does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4231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 checks domain security signals, explains the score in plain language, compares sites side by side, and keeps a visible audit trail for follow-up analysis.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365760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0F172A">
              <a:alpha val="94000"/>
            </a:srgbClr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" y="3767328"/>
            <a:ext cx="2039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teams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" y="4032504"/>
            <a:ext cx="2039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Quickly judge whether DNSSEC, SPF, and DMARC are configured well enough to reduce spoofing risk.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926080" y="365760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0F172A">
              <a:alpha val="94000"/>
            </a:srgbClr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072384" y="3767328"/>
            <a:ext cx="2039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admins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72384" y="4032504"/>
            <a:ext cx="2039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Spot missing records, weak policy settings, and trending changes before they become incidents.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49240" y="3657600"/>
            <a:ext cx="3291840" cy="1143000"/>
          </a:xfrm>
          <a:prstGeom prst="roundRect">
            <a:avLst>
              <a:gd name="adj" fmla="val 6400"/>
            </a:avLst>
          </a:prstGeom>
          <a:solidFill>
            <a:srgbClr val="0F172A">
              <a:alpha val="94000"/>
            </a:srgbClr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95544" y="3767328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Real-world value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95544" y="4032504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for security reviews, phishing defense, board reporting, MSP audits, and pre-launch domain checks.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52120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Includes live result explanations and output screenshots from the running app.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 turns DNS data into decisions that non-specialists can understand.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0F172A">
              <a:alpha val="94000"/>
            </a:srgbClr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9224" y="1527048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Phishing defense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9224" y="1792224"/>
            <a:ext cx="2404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Helps identify weak SPF or DMARC settings that attackers can exploit for spoofed email campaigns.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18688" y="141732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0F172A">
              <a:alpha val="94000"/>
            </a:srgbClr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64992" y="1527048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and integrity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364992" y="1792224"/>
            <a:ext cx="2404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Shows whether DNSSEC is present, which protects DNS answers from tampering and cache poisoning.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34456" y="141732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0F172A">
              <a:alpha val="94000"/>
            </a:srgbClr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80760" y="1527048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visibility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80760" y="1792224"/>
            <a:ext cx="2404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Stores history so a team can compare audits over time instead of relying on a single point-in-time result.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1546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usage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342900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Check a domain on the dashboard.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Compare it with another site.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Review the history page for prior audits.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Open the threat feed to see live phishing indicators.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Use the explanation page to understand why the score changed.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0" y="3291840"/>
            <a:ext cx="3886200" cy="18288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349300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model summary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3822192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score + DNSSEC + SPF + DMARC + MX coverage = a transparent score that can be explained to technical and non-technical users.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App Works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 takes a domain, runs live checks, then turns the results into a visual story.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99339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2860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entered by user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965960" y="2157984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194560" y="1828800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199339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Fetch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0" y="22860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DNS and threat data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0" y="2157984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886200" y="1828800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7640" y="199339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77640" y="22860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DNSSEC, SPF, DMARC, MX checks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49240" y="2157984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577840" y="1828800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199339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69280" y="22860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Weighted result and status labels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040880" y="2157984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269480" y="1828800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199339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60920" y="22860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reasons and history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" y="3383280"/>
            <a:ext cx="7818120" cy="1737360"/>
          </a:xfrm>
          <a:prstGeom prst="roundRect">
            <a:avLst>
              <a:gd name="adj" fmla="val 4211"/>
            </a:avLst>
          </a:prstGeom>
          <a:solidFill>
            <a:srgbClr val="0F17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6118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makes the output easy to trust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68680" y="389534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analysis engine feeds the dashboard, compare page, history page, threat feed, and the result explanation page, so the UI stays consistent.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68680" y="446227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useful for audits, executive summaries, and practical security reviews where the team needs both the number and the reason behind it.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score, control breakdown, and network view.</a:t>
            </a:r>
            <a:endParaRPr lang="en-US" sz="1150" dirty="0"/>
          </a:p>
        </p:txBody>
      </p:sp>
      <p:pic>
        <p:nvPicPr>
          <p:cNvPr id="4" name="Image 0" descr="C:\My Stuff\my projects\netsec-visual-analyzer-main\docs\screenshots\dashboard-fullsc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78992"/>
            <a:ext cx="82296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6455664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1A3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screenshot captured from the running app.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Comparison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two domains side by side to see which one is stronger.</a:t>
            </a:r>
            <a:endParaRPr lang="en-US" sz="1150" dirty="0"/>
          </a:p>
        </p:txBody>
      </p:sp>
      <p:pic>
        <p:nvPicPr>
          <p:cNvPr id="4" name="Image 0" descr="C:\My Stuff\my projects\netsec-visual-analyzer-main\docs\screenshots\compare-fullsc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78992"/>
            <a:ext cx="82296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6455664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1A3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view used for risk evaluation.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Audit History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previous scans and review changes over time.</a:t>
            </a:r>
            <a:endParaRPr lang="en-US" sz="1150" dirty="0"/>
          </a:p>
        </p:txBody>
      </p:sp>
      <p:pic>
        <p:nvPicPr>
          <p:cNvPr id="4" name="Image 0" descr="C:\My Stuff\my projects\netsec-visual-analyzer-main\docs\screenshots\history-fullsc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78992"/>
            <a:ext cx="82296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6455664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1A3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 view used for audit trails and repeat checks.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Threat Intelligence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phishing feed to connect domain posture with active threats.</a:t>
            </a:r>
            <a:endParaRPr lang="en-US" sz="1150" dirty="0"/>
          </a:p>
        </p:txBody>
      </p:sp>
      <p:pic>
        <p:nvPicPr>
          <p:cNvPr id="4" name="Image 0" descr="C:\My Stuff\my projects\netsec-visual-analyzer-main\docs\screenshots\threats-fullsc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78992"/>
            <a:ext cx="82296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6455664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1A3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Threat feed view shown with the full browser viewport.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These Results?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Plain-language explanations that show how the score was derived.</a:t>
            </a:r>
            <a:endParaRPr lang="en-US" sz="1150" dirty="0"/>
          </a:p>
        </p:txBody>
      </p:sp>
      <p:pic>
        <p:nvPicPr>
          <p:cNvPr id="4" name="Image 0" descr="C:\My Stuff\my projects\netsec-visual-analyzer-main\docs\screenshots\why-results-fullsc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78992"/>
            <a:ext cx="82296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6455664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1A3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Explanation page that connects the score to the live checks behind it.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Wrap-Up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NetSec Visual Analyzer turns DNS data into an actionable security story.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749040" cy="1417320"/>
          </a:xfrm>
          <a:prstGeom prst="roundRect">
            <a:avLst>
              <a:gd name="adj" fmla="val 5161"/>
            </a:avLst>
          </a:prstGeom>
          <a:solidFill>
            <a:srgbClr val="0F172A">
              <a:alpha val="94000"/>
            </a:srgbClr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9224" y="1618488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strength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9224" y="1883664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visuals, accurate scoring, live threat context, and a dedicated explanation page make the app easier to understand than a raw report.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54880" y="1508760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0F172A">
              <a:alpha val="94000"/>
            </a:srgbClr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01184" y="1618488"/>
            <a:ext cx="3593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Real-world usage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01184" y="1883664"/>
            <a:ext cx="3593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for security teams, MSPs, compliance reviews, and anyone who needs to explain DNS posture without reading raw records.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36576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presentation deck and all screenshots are saved in the docs folder.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9776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file: docs/NetSec-Visual-Analyzer-Overview.pptx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NetSec Visual Analyzer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NetSec Visual Analyzer</dc:title>
  <dc:subject>Project overview and real-world usage</dc:subject>
  <dc:creator>GitHub Copilot</dc:creator>
  <cp:lastModifiedBy>GitHub Copilot</cp:lastModifiedBy>
  <cp:revision>1</cp:revision>
  <dcterms:created xsi:type="dcterms:W3CDTF">2026-05-22T04:52:15Z</dcterms:created>
  <dcterms:modified xsi:type="dcterms:W3CDTF">2026-05-22T04:52:15Z</dcterms:modified>
</cp:coreProperties>
</file>